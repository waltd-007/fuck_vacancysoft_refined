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E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tonyberou/Documents/Work Stuff/AI Stuff/Python projects/Useful Code/fuck_vacancysoft_refined/mockup/b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PROSPERO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every vacancy. Reach every hiring manager. First.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Antony Berou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I've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career sites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daily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platforms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handled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discovered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last run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918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agencies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auto-filtered 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26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 min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lead, end to 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(was 30-45 min)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today. Not a prototype.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777240" cy="777240"/>
          </a:xfrm>
          <a:prstGeom prst="ellipse">
            <a:avLst/>
          </a:prstGeom>
          <a:solidFill>
            <a:srgbClr val="FF6E0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URL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company careers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371600"/>
            <a:ext cx="777240" cy="777240"/>
          </a:xfrm>
          <a:prstGeom prst="ellipse">
            <a:avLst/>
          </a:prstGeom>
          <a:solidFill>
            <a:srgbClr val="105856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AUTO-SCRAPE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every job, daily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371600"/>
            <a:ext cx="777240" cy="777240"/>
          </a:xfrm>
          <a:prstGeom prst="ellipse">
            <a:avLst/>
          </a:prstGeom>
          <a:solidFill>
            <a:srgbClr val="FF6E02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DOSSIER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role exists,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contact, what to say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40880" y="109728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371600"/>
            <a:ext cx="777240" cy="777240"/>
          </a:xfrm>
          <a:prstGeom prst="ellipse">
            <a:avLst/>
          </a:prstGeom>
          <a:solidFill>
            <a:srgbClr val="10585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7804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27432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email sequence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Outlook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Barclay Simpson Associates Ltd.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58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Weeks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the AI prompt and SourceWhale. No scraper running yet.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463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60604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Won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87452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463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£26K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903720" y="23774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wouldn't have found the job without it.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still running. More will convert.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pilot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234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3756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prove ROI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234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21792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or walk away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0585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works: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consultant gets a daily pipeline of scored, qualified leads with AI intelligence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personalised outreach sent automatically from their Outlook.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E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doesn't: we've lost nothing but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ab@barclaysimpson.com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Looks Like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mockups — built, interactive, ready for development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Users/antonyberou/Documents/Work Stuff/AI Stuff/Python projects/Useful Code/fuck_vacancysoft_refined/mockup/screen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4023360" cy="160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587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17720" y="91440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/Users/antonyberou/Documents/Work Stuff/AI Stuff/Python projects/Useful Code/fuck_vacancysoft_refined/mockup/screenshot_le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4023360" cy="160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587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List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040" y="292608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2" name="Image 2" descr="/Users/antonyberou/Documents/Work Stuff/AI Stuff/Python projects/Useful Code/fuck_vacancysoft_refined/mockup/screenshot_campaig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71800"/>
            <a:ext cx="4023360" cy="1600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" y="4599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17720" y="292608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5" name="Image 3" descr="/Users/antonyberou/Documents/Work Stuff/AI Stuff/Python projects/Useful Code/fuck_vacancysoft_refined/mockup/screenshot_bui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71800"/>
            <a:ext cx="4023360" cy="1600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45994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Builder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18" name="Text 12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Barclay Simpson Associates Ltd.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Prospero</dc:title>
  <dc:subject>PptxGenJS Presentation</dc:subject>
  <dc:creator>Antony Berou</dc:creator>
  <cp:lastModifiedBy>Antony Berou</cp:lastModifiedBy>
  <cp:revision>1</cp:revision>
  <dcterms:created xsi:type="dcterms:W3CDTF">2026-04-13T13:14:30Z</dcterms:created>
  <dcterms:modified xsi:type="dcterms:W3CDTF">2026-04-13T13:14:30Z</dcterms:modified>
</cp:coreProperties>
</file>